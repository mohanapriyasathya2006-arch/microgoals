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Host Grotesk Medium"/>
      <p:regular r:id="rId17"/>
    </p:embeddedFont>
    <p:embeddedFont>
      <p:font typeface="Host Grotesk Medium"/>
      <p:regular r:id="rId18"/>
    </p:embeddedFont>
    <p:embeddedFont>
      <p:font typeface="Host Grotesk Medium"/>
      <p:regular r:id="rId19"/>
    </p:embeddedFont>
    <p:embeddedFont>
      <p:font typeface="Host Grotesk Medium"/>
      <p:regular r:id="rId20"/>
    </p:embeddedFont>
    <p:embeddedFont>
      <p:font typeface="Roboto"/>
      <p:regular r:id="rId21"/>
    </p:embeddedFont>
    <p:embeddedFont>
      <p:font typeface="Roboto"/>
      <p:regular r:id="rId22"/>
    </p:embeddedFont>
    <p:embeddedFont>
      <p:font typeface="Roboto"/>
      <p:regular r:id="rId23"/>
    </p:embeddedFont>
    <p:embeddedFont>
      <p:font typeface="Roboto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sv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slideLayout" Target="../slideLayouts/slideLayout6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slideLayout" Target="../slideLayouts/slideLayout8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30040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Microgoals: Secure Goal Management Backend API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058126"/>
            <a:ext cx="7556421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 efficient and secure solution for modern goal tracking.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4653439"/>
            <a:ext cx="7556421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Team Members: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Priya Bharathi P, Harini S, Mohanapriya S, Selvi G, Uzma Fahreen J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5588913"/>
            <a:ext cx="7556421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i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Arulmigu Kapaleeswarar Arts and Science College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91000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Introduction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958947"/>
            <a:ext cx="7556421" cy="1360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Microgoals API is designed to simplify how individuals and teams track their objectives. By providing a structured, secure backend, we enable seamless integration for front-end applications, ensuring that goal management is both persistent and reliable.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1802963"/>
            <a:ext cx="8284131" cy="462367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38943" y="1943338"/>
            <a:ext cx="4205168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Problem Statement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9638943" y="3587710"/>
            <a:ext cx="4205168" cy="2721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Managing personal and professional goals often becomes disorganized due to fragmented tools. Existing systems frequently lack a robust, scalable backend, leading to issues with data synchronization, security vulnerabilities, and difficulty in tracking progress over long durations.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7294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Project Objectives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1835348"/>
            <a:ext cx="13042821" cy="57213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6482" y="6025003"/>
            <a:ext cx="1971255" cy="352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Auth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746482" y="6478355"/>
            <a:ext cx="1971255" cy="564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 robust user authentication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11008691" y="6025003"/>
            <a:ext cx="1971254" cy="352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DB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008691" y="6478355"/>
            <a:ext cx="1971254" cy="564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Optimize database performance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684401" y="2349564"/>
            <a:ext cx="1971254" cy="352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API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684401" y="2802915"/>
            <a:ext cx="1971254" cy="564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Develop secure RESTful endpoints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921510" y="2349564"/>
            <a:ext cx="1971254" cy="352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Goals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921510" y="2802915"/>
            <a:ext cx="1971254" cy="847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Enable CRUD operations for goals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1348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Technology Stack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375892"/>
            <a:ext cx="6407944" cy="2206704"/>
          </a:xfrm>
          <a:prstGeom prst="roundRect">
            <a:avLst>
              <a:gd name="adj" fmla="val 4317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224" y="2610326"/>
            <a:ext cx="680442" cy="680442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5390" y="2797373"/>
            <a:ext cx="306110" cy="30611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28224" y="35175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Node.js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028224" y="4008001"/>
            <a:ext cx="5939076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High-performance JavaScript runtime.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7428548" y="2375892"/>
            <a:ext cx="6408063" cy="2206704"/>
          </a:xfrm>
          <a:prstGeom prst="roundRect">
            <a:avLst>
              <a:gd name="adj" fmla="val 4317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2982" y="2610326"/>
            <a:ext cx="680442" cy="680442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50148" y="2797373"/>
            <a:ext cx="306110" cy="30611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62982" y="35175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Express.js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662982" y="4008001"/>
            <a:ext cx="5939195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Flexible web application framework.</a:t>
            </a:r>
            <a:endParaRPr lang="en-US" sz="1750" dirty="0"/>
          </a:p>
        </p:txBody>
      </p:sp>
      <p:sp>
        <p:nvSpPr>
          <p:cNvPr id="13" name="Shape 7"/>
          <p:cNvSpPr/>
          <p:nvPr/>
        </p:nvSpPr>
        <p:spPr>
          <a:xfrm>
            <a:off x="793790" y="4809411"/>
            <a:ext cx="6407944" cy="2206704"/>
          </a:xfrm>
          <a:prstGeom prst="roundRect">
            <a:avLst>
              <a:gd name="adj" fmla="val 4317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8224" y="5043845"/>
            <a:ext cx="680442" cy="680442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15390" y="5230892"/>
            <a:ext cx="306110" cy="30611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028224" y="59511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MongoDB</a:t>
            </a:r>
            <a:endParaRPr lang="en-US" sz="2200" dirty="0"/>
          </a:p>
        </p:txBody>
      </p:sp>
      <p:sp>
        <p:nvSpPr>
          <p:cNvPr id="17" name="Text 9"/>
          <p:cNvSpPr/>
          <p:nvPr/>
        </p:nvSpPr>
        <p:spPr>
          <a:xfrm>
            <a:off x="1028224" y="6441519"/>
            <a:ext cx="5939076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Scalable NoSQL document database.</a:t>
            </a:r>
            <a:endParaRPr lang="en-US" sz="1750" dirty="0"/>
          </a:p>
        </p:txBody>
      </p:sp>
      <p:sp>
        <p:nvSpPr>
          <p:cNvPr id="18" name="Shape 10"/>
          <p:cNvSpPr/>
          <p:nvPr/>
        </p:nvSpPr>
        <p:spPr>
          <a:xfrm>
            <a:off x="7428548" y="4809411"/>
            <a:ext cx="6408063" cy="2206704"/>
          </a:xfrm>
          <a:prstGeom prst="roundRect">
            <a:avLst>
              <a:gd name="adj" fmla="val 4317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62982" y="5043845"/>
            <a:ext cx="680442" cy="680442"/>
          </a:xfrm>
          <a:prstGeom prst="rect">
            <a:avLst/>
          </a:prstGeom>
        </p:spPr>
      </p:pic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850148" y="5230892"/>
            <a:ext cx="306110" cy="30611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7662982" y="59511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VS Code</a:t>
            </a:r>
            <a:endParaRPr lang="en-US" sz="2200" dirty="0"/>
          </a:p>
        </p:txBody>
      </p:sp>
      <p:sp>
        <p:nvSpPr>
          <p:cNvPr id="22" name="Text 12"/>
          <p:cNvSpPr/>
          <p:nvPr/>
        </p:nvSpPr>
        <p:spPr>
          <a:xfrm>
            <a:off x="7662982" y="6441519"/>
            <a:ext cx="5939195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Streamlined development environment.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97799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System Architecture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913584"/>
            <a:ext cx="6244709" cy="1360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architecture follows a layered approach: The Client sends requests to the Express.js middleware, which handles authentication and validation before interacting with the MongoDB database to persist goal-related data.</a:t>
            </a:r>
            <a:endParaRPr lang="en-US" sz="1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9521" y="992386"/>
            <a:ext cx="6244709" cy="6244709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9521" y="992386"/>
            <a:ext cx="6244709" cy="624470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94822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Key Features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4110633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4253" y="41106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JWT Authentication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644253" y="4601051"/>
            <a:ext cx="3308152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Secure user sessions and protected API routes.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893" y="4110633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86356" y="4110633"/>
            <a:ext cx="298108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Dynamic Goal Creation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6086356" y="4601051"/>
            <a:ext cx="3308152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Create, update, and track milestones with ease.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77995" y="4110633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528459" y="41106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Progress Analytics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0528459" y="4601051"/>
            <a:ext cx="3308152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updates on task completion percentages.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5703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API Endpoints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119438"/>
            <a:ext cx="13042821" cy="3153132"/>
          </a:xfrm>
          <a:prstGeom prst="roundRect">
            <a:avLst>
              <a:gd name="adj" fmla="val 302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3127057"/>
            <a:ext cx="13027581" cy="62757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28343" y="3270766"/>
            <a:ext cx="3450788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Method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940379" y="3270766"/>
            <a:ext cx="866179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Endpoint Description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801410" y="3754636"/>
            <a:ext cx="13027581" cy="62757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28343" y="3898344"/>
            <a:ext cx="3450788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POST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4940379" y="3898344"/>
            <a:ext cx="866179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/auth/register - Create new user account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801410" y="4382214"/>
            <a:ext cx="13027581" cy="62757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28343" y="4525923"/>
            <a:ext cx="3450788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POST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4940379" y="4525923"/>
            <a:ext cx="866179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/goals/add - Save a new goal milestone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801410" y="5009793"/>
            <a:ext cx="13027581" cy="62757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28343" y="5153501"/>
            <a:ext cx="3450788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GET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4940379" y="5153501"/>
            <a:ext cx="866179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/goals/list - Retrieve all goals for a user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801410" y="5637371"/>
            <a:ext cx="13027581" cy="62757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28343" y="5781080"/>
            <a:ext cx="3450788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PUT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4940379" y="5781080"/>
            <a:ext cx="866179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/goals/update/:id - Modify existing progress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436" y="1547813"/>
            <a:ext cx="4531876" cy="5133975"/>
          </a:xfrm>
          <a:prstGeom prst="roundRect">
            <a:avLst>
              <a:gd name="adj" fmla="val 3604"/>
            </a:avLst>
          </a:prstGeom>
          <a:solidFill>
            <a:srgbClr val="95CCDA"/>
          </a:solidFill>
          <a:ln/>
        </p:spPr>
      </p:sp>
      <p:sp>
        <p:nvSpPr>
          <p:cNvPr id="3" name="Text 1"/>
          <p:cNvSpPr/>
          <p:nvPr/>
        </p:nvSpPr>
        <p:spPr>
          <a:xfrm>
            <a:off x="857250" y="2581275"/>
            <a:ext cx="407824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Advantages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857250" y="3516868"/>
            <a:ext cx="4078248" cy="2278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 latency response times</a:t>
            </a:r>
            <a:endParaRPr lang="en-US" sz="1750" dirty="0"/>
          </a:p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 scalability for growing data</a:t>
            </a:r>
            <a:endParaRPr lang="en-US" sz="1750" dirty="0"/>
          </a:p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RESTful standards for easy integration</a:t>
            </a:r>
            <a:endParaRPr lang="en-US" sz="1750" dirty="0"/>
          </a:p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Simplified maintenance and deployment</a:t>
            </a:r>
            <a:endParaRPr lang="en-US" sz="1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9981" y="1802963"/>
            <a:ext cx="8284131" cy="462367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91000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Conclusion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958947"/>
            <a:ext cx="7556421" cy="1360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Microgoals API successfully bridges the gap between complex goal tracking needs and efficient backend execution. By leveraging a robust stack, we have created a scalable foundation for future developers to build upon, ensuring users reach their milestones faster and more securely.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2026-03-08T12:40:08Z</dcterms:created>
  <dcterms:modified xsi:type="dcterms:W3CDTF">2026-03-08T12:40:08Z</dcterms:modified>
</cp:coreProperties>
</file>